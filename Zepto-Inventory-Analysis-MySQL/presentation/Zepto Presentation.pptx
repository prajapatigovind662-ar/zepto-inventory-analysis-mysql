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64" r:id="rId27"/>
    <p:sldId id="283" r:id="rId28"/>
    <p:sldId id="265" r:id="rId29"/>
    <p:sldId id="284" r:id="rId3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B9AF81-DAE0-427E-96C8-9816F321B174}" v="13" dt="2026-05-23T15:21:53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22" autoAdjust="0"/>
  </p:normalViewPr>
  <p:slideViewPr>
    <p:cSldViewPr>
      <p:cViewPr varScale="1">
        <p:scale>
          <a:sx n="22" d="100"/>
          <a:sy n="22" d="100"/>
        </p:scale>
        <p:origin x="32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vind Prajapati" userId="ae73b6f536c27724" providerId="LiveId" clId="{36188425-C390-4714-ABC5-7F95514688AE}"/>
    <pc:docChg chg="undo redo custSel addSld modSld sldOrd">
      <pc:chgData name="Govind Prajapati" userId="ae73b6f536c27724" providerId="LiveId" clId="{36188425-C390-4714-ABC5-7F95514688AE}" dt="2026-05-23T16:50:39.502" v="660"/>
      <pc:docMkLst>
        <pc:docMk/>
      </pc:docMkLst>
      <pc:sldChg chg="addSp delSp modSp mod">
        <pc:chgData name="Govind Prajapati" userId="ae73b6f536c27724" providerId="LiveId" clId="{36188425-C390-4714-ABC5-7F95514688AE}" dt="2026-05-23T14:17:49.726" v="593" actId="14100"/>
        <pc:sldMkLst>
          <pc:docMk/>
          <pc:sldMk cId="0" sldId="256"/>
        </pc:sldMkLst>
        <pc:spChg chg="del">
          <ac:chgData name="Govind Prajapati" userId="ae73b6f536c27724" providerId="LiveId" clId="{36188425-C390-4714-ABC5-7F95514688AE}" dt="2026-05-23T05:52:12.980" v="0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07:50.036" v="105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17:41.251" v="131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17:43.687" v="132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Govind Prajapati" userId="ae73b6f536c27724" providerId="LiveId" clId="{36188425-C390-4714-ABC5-7F95514688AE}" dt="2026-05-23T06:17:11.433" v="124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Govind Prajapati" userId="ae73b6f536c27724" providerId="LiveId" clId="{36188425-C390-4714-ABC5-7F95514688AE}" dt="2026-05-23T05:53:56.034" v="28"/>
          <ac:spMkLst>
            <pc:docMk/>
            <pc:sldMk cId="0" sldId="256"/>
            <ac:spMk id="13" creationId="{00000000-0000-0000-0000-000000000000}"/>
          </ac:spMkLst>
        </pc:spChg>
        <pc:spChg chg="del mod">
          <ac:chgData name="Govind Prajapati" userId="ae73b6f536c27724" providerId="LiveId" clId="{36188425-C390-4714-ABC5-7F95514688AE}" dt="2026-05-23T06:07:48.363" v="104" actId="478"/>
          <ac:spMkLst>
            <pc:docMk/>
            <pc:sldMk cId="0" sldId="256"/>
            <ac:spMk id="14" creationId="{00000000-0000-0000-0000-000000000000}"/>
          </ac:spMkLst>
        </pc:spChg>
        <pc:spChg chg="add del mod">
          <ac:chgData name="Govind Prajapati" userId="ae73b6f536c27724" providerId="LiveId" clId="{36188425-C390-4714-ABC5-7F95514688AE}" dt="2026-05-23T06:17:15.053" v="126" actId="478"/>
          <ac:spMkLst>
            <pc:docMk/>
            <pc:sldMk cId="0" sldId="256"/>
            <ac:spMk id="23" creationId="{00250457-8A38-5168-F658-A5841870E868}"/>
          </ac:spMkLst>
        </pc:spChg>
        <pc:spChg chg="add del mod">
          <ac:chgData name="Govind Prajapati" userId="ae73b6f536c27724" providerId="LiveId" clId="{36188425-C390-4714-ABC5-7F95514688AE}" dt="2026-05-23T06:17:13.540" v="125" actId="478"/>
          <ac:spMkLst>
            <pc:docMk/>
            <pc:sldMk cId="0" sldId="256"/>
            <ac:spMk id="24" creationId="{1F42CD8E-4468-C859-C8B2-C601C175EEFE}"/>
          </ac:spMkLst>
        </pc:spChg>
        <pc:grpChg chg="del">
          <ac:chgData name="Govind Prajapati" userId="ae73b6f536c27724" providerId="LiveId" clId="{36188425-C390-4714-ABC5-7F95514688AE}" dt="2026-05-23T05:53:50.804" v="25" actId="478"/>
          <ac:grpSpMkLst>
            <pc:docMk/>
            <pc:sldMk cId="0" sldId="256"/>
            <ac:grpSpMk id="4" creationId="{00000000-0000-0000-0000-000000000000}"/>
          </ac:grpSpMkLst>
        </pc:grpChg>
        <pc:picChg chg="add mod">
          <ac:chgData name="Govind Prajapati" userId="ae73b6f536c27724" providerId="LiveId" clId="{36188425-C390-4714-ABC5-7F95514688AE}" dt="2026-05-23T14:17:49.726" v="593" actId="14100"/>
          <ac:picMkLst>
            <pc:docMk/>
            <pc:sldMk cId="0" sldId="256"/>
            <ac:picMk id="4" creationId="{C554D6F0-9975-C3CC-2BF2-C1E1AD20C72D}"/>
          </ac:picMkLst>
        </pc:picChg>
        <pc:picChg chg="add del mod">
          <ac:chgData name="Govind Prajapati" userId="ae73b6f536c27724" providerId="LiveId" clId="{36188425-C390-4714-ABC5-7F95514688AE}" dt="2026-05-23T05:52:31.487" v="8" actId="478"/>
          <ac:picMkLst>
            <pc:docMk/>
            <pc:sldMk cId="0" sldId="256"/>
            <ac:picMk id="16" creationId="{DD7D6ACA-F4AB-3563-3D9C-A7112E2EAC9A}"/>
          </ac:picMkLst>
        </pc:picChg>
        <pc:picChg chg="add del mod">
          <ac:chgData name="Govind Prajapati" userId="ae73b6f536c27724" providerId="LiveId" clId="{36188425-C390-4714-ABC5-7F95514688AE}" dt="2026-05-23T05:52:56.282" v="17" actId="478"/>
          <ac:picMkLst>
            <pc:docMk/>
            <pc:sldMk cId="0" sldId="256"/>
            <ac:picMk id="18" creationId="{8732A85A-5DFC-304D-3CA6-6A60AA68FCB2}"/>
          </ac:picMkLst>
        </pc:picChg>
        <pc:picChg chg="add del mod">
          <ac:chgData name="Govind Prajapati" userId="ae73b6f536c27724" providerId="LiveId" clId="{36188425-C390-4714-ABC5-7F95514688AE}" dt="2026-05-23T06:09:55.909" v="109" actId="478"/>
          <ac:picMkLst>
            <pc:docMk/>
            <pc:sldMk cId="0" sldId="256"/>
            <ac:picMk id="20" creationId="{00B3F4B4-064D-787E-D764-79313ED9616B}"/>
          </ac:picMkLst>
        </pc:picChg>
        <pc:picChg chg="add del mod">
          <ac:chgData name="Govind Prajapati" userId="ae73b6f536c27724" providerId="LiveId" clId="{36188425-C390-4714-ABC5-7F95514688AE}" dt="2026-05-23T06:06:49.657" v="93" actId="478"/>
          <ac:picMkLst>
            <pc:docMk/>
            <pc:sldMk cId="0" sldId="256"/>
            <ac:picMk id="22" creationId="{93A9649F-C017-2029-441C-0702403DB632}"/>
          </ac:picMkLst>
        </pc:picChg>
        <pc:picChg chg="add del mod">
          <ac:chgData name="Govind Prajapati" userId="ae73b6f536c27724" providerId="LiveId" clId="{36188425-C390-4714-ABC5-7F95514688AE}" dt="2026-05-23T06:17:11.431" v="122" actId="478"/>
          <ac:picMkLst>
            <pc:docMk/>
            <pc:sldMk cId="0" sldId="256"/>
            <ac:picMk id="26" creationId="{D65420B4-0A0B-1A5F-30BD-93BA470330DD}"/>
          </ac:picMkLst>
        </pc:picChg>
        <pc:picChg chg="add del mod">
          <ac:chgData name="Govind Prajapati" userId="ae73b6f536c27724" providerId="LiveId" clId="{36188425-C390-4714-ABC5-7F95514688AE}" dt="2026-05-23T06:10:41.025" v="120" actId="478"/>
          <ac:picMkLst>
            <pc:docMk/>
            <pc:sldMk cId="0" sldId="256"/>
            <ac:picMk id="28" creationId="{AD72018A-5041-36ED-E8F6-188132BB4144}"/>
          </ac:picMkLst>
        </pc:picChg>
        <pc:picChg chg="add del mod">
          <ac:chgData name="Govind Prajapati" userId="ae73b6f536c27724" providerId="LiveId" clId="{36188425-C390-4714-ABC5-7F95514688AE}" dt="2026-05-23T14:17:38.672" v="588" actId="478"/>
          <ac:picMkLst>
            <pc:docMk/>
            <pc:sldMk cId="0" sldId="256"/>
            <ac:picMk id="30" creationId="{4FA3C900-083F-06BD-2118-BC77CBDE4A3A}"/>
          </ac:picMkLst>
        </pc:picChg>
      </pc:sldChg>
      <pc:sldChg chg="addSp delSp modSp mod ord">
        <pc:chgData name="Govind Prajapati" userId="ae73b6f536c27724" providerId="LiveId" clId="{36188425-C390-4714-ABC5-7F95514688AE}" dt="2026-05-23T16:50:39.502" v="660"/>
        <pc:sldMkLst>
          <pc:docMk/>
          <pc:sldMk cId="0" sldId="257"/>
        </pc:sldMkLst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6:21:27.296" v="134" actId="478"/>
          <ac:spMkLst>
            <pc:docMk/>
            <pc:sldMk cId="0" sldId="257"/>
            <ac:spMk id="14" creationId="{00000000-0000-0000-0000-000000000000}"/>
          </ac:spMkLst>
        </pc:spChg>
        <pc:spChg chg="add del mod ord">
          <ac:chgData name="Govind Prajapati" userId="ae73b6f536c27724" providerId="LiveId" clId="{36188425-C390-4714-ABC5-7F95514688AE}" dt="2026-05-23T07:42:05.562" v="156" actId="478"/>
          <ac:spMkLst>
            <pc:docMk/>
            <pc:sldMk cId="0" sldId="257"/>
            <ac:spMk id="19" creationId="{68BA11C8-D880-CD31-A919-6762F701F3F1}"/>
          </ac:spMkLst>
        </pc:spChg>
        <pc:picChg chg="add mod">
          <ac:chgData name="Govind Prajapati" userId="ae73b6f536c27724" providerId="LiveId" clId="{36188425-C390-4714-ABC5-7F95514688AE}" dt="2026-05-23T14:23:20.855" v="599" actId="14100"/>
          <ac:picMkLst>
            <pc:docMk/>
            <pc:sldMk cId="0" sldId="257"/>
            <ac:picMk id="3" creationId="{86346BA8-1302-587C-772E-916043F140EF}"/>
          </ac:picMkLst>
        </pc:picChg>
        <pc:picChg chg="add del mod">
          <ac:chgData name="Govind Prajapati" userId="ae73b6f536c27724" providerId="LiveId" clId="{36188425-C390-4714-ABC5-7F95514688AE}" dt="2026-05-23T06:26:31.210" v="139" actId="478"/>
          <ac:picMkLst>
            <pc:docMk/>
            <pc:sldMk cId="0" sldId="257"/>
            <ac:picMk id="16" creationId="{E5791B36-9B88-B02B-643C-50DB990A0574}"/>
          </ac:picMkLst>
        </pc:picChg>
        <pc:picChg chg="add del mod">
          <ac:chgData name="Govind Prajapati" userId="ae73b6f536c27724" providerId="LiveId" clId="{36188425-C390-4714-ABC5-7F95514688AE}" dt="2026-05-23T07:42:01.076" v="152" actId="478"/>
          <ac:picMkLst>
            <pc:docMk/>
            <pc:sldMk cId="0" sldId="257"/>
            <ac:picMk id="18" creationId="{93DC45F6-C578-5DF4-5A5D-6F4305E95A0B}"/>
          </ac:picMkLst>
        </pc:picChg>
        <pc:picChg chg="add del mod">
          <ac:chgData name="Govind Prajapati" userId="ae73b6f536c27724" providerId="LiveId" clId="{36188425-C390-4714-ABC5-7F95514688AE}" dt="2026-05-23T07:42:04.090" v="155" actId="931"/>
          <ac:picMkLst>
            <pc:docMk/>
            <pc:sldMk cId="0" sldId="257"/>
            <ac:picMk id="21" creationId="{7D769DCD-3B81-B4EE-E6AD-83877603B8C4}"/>
          </ac:picMkLst>
        </pc:picChg>
        <pc:picChg chg="add del mod">
          <ac:chgData name="Govind Prajapati" userId="ae73b6f536c27724" providerId="LiveId" clId="{36188425-C390-4714-ABC5-7F95514688AE}" dt="2026-05-23T14:23:11.491" v="594" actId="478"/>
          <ac:picMkLst>
            <pc:docMk/>
            <pc:sldMk cId="0" sldId="257"/>
            <ac:picMk id="23" creationId="{6AAD03A3-8FAA-436F-C595-6296A5A0C330}"/>
          </ac:picMkLst>
        </pc:picChg>
      </pc:sldChg>
      <pc:sldChg chg="addSp delSp modSp mod">
        <pc:chgData name="Govind Prajapati" userId="ae73b6f536c27724" providerId="LiveId" clId="{36188425-C390-4714-ABC5-7F95514688AE}" dt="2026-05-23T14:33:18.497" v="610"/>
        <pc:sldMkLst>
          <pc:docMk/>
          <pc:sldMk cId="0" sldId="258"/>
        </pc:sldMkLst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2" creationId="{00000000-0000-0000-0000-000000000000}"/>
          </ac:spMkLst>
        </pc:spChg>
        <pc:spChg chg="add mod ord">
          <ac:chgData name="Govind Prajapati" userId="ae73b6f536c27724" providerId="LiveId" clId="{36188425-C390-4714-ABC5-7F95514688AE}" dt="2026-05-23T14:32:52.070" v="609" actId="171"/>
          <ac:spMkLst>
            <pc:docMk/>
            <pc:sldMk cId="0" sldId="258"/>
            <ac:spMk id="4" creationId="{52044667-7218-D520-E81A-5A8FF92860DC}"/>
          </ac:spMkLst>
        </pc:spChg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7:55:08.907" v="162" actId="478"/>
          <ac:spMkLst>
            <pc:docMk/>
            <pc:sldMk cId="0" sldId="258"/>
            <ac:spMk id="27" creationId="{00000000-0000-0000-0000-000000000000}"/>
          </ac:spMkLst>
        </pc:spChg>
        <pc:picChg chg="add mod">
          <ac:chgData name="Govind Prajapati" userId="ae73b6f536c27724" providerId="LiveId" clId="{36188425-C390-4714-ABC5-7F95514688AE}" dt="2026-05-23T14:33:18.497" v="610"/>
          <ac:picMkLst>
            <pc:docMk/>
            <pc:sldMk cId="0" sldId="258"/>
            <ac:picMk id="3" creationId="{6F21D9B1-FE4C-0747-BA70-C8D8561D3347}"/>
          </ac:picMkLst>
        </pc:picChg>
        <pc:picChg chg="add del mod">
          <ac:chgData name="Govind Prajapati" userId="ae73b6f536c27724" providerId="LiveId" clId="{36188425-C390-4714-ABC5-7F95514688AE}" dt="2026-05-23T14:31:50.024" v="600" actId="478"/>
          <ac:picMkLst>
            <pc:docMk/>
            <pc:sldMk cId="0" sldId="258"/>
            <ac:picMk id="29" creationId="{ED421525-BD71-8CB1-E90D-44ED41020F42}"/>
          </ac:picMkLst>
        </pc:picChg>
      </pc:sldChg>
      <pc:sldChg chg="addSp delSp modSp mod">
        <pc:chgData name="Govind Prajapati" userId="ae73b6f536c27724" providerId="LiveId" clId="{36188425-C390-4714-ABC5-7F95514688AE}" dt="2026-05-23T08:27:09.840" v="226" actId="1076"/>
        <pc:sldMkLst>
          <pc:docMk/>
          <pc:sldMk cId="0" sldId="259"/>
        </pc:sldMkLst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11" creationId="{00000000-0000-0000-0000-000000000000}"/>
          </ac:spMkLst>
        </pc:spChg>
        <pc:spChg chg="del mod">
          <ac:chgData name="Govind Prajapati" userId="ae73b6f536c27724" providerId="LiveId" clId="{36188425-C390-4714-ABC5-7F95514688AE}" dt="2026-05-23T08:06:47.709" v="171"/>
          <ac:spMkLst>
            <pc:docMk/>
            <pc:sldMk cId="0" sldId="259"/>
            <ac:spMk id="1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06:49.633" v="172" actId="478"/>
          <ac:spMkLst>
            <pc:docMk/>
            <pc:sldMk cId="0" sldId="259"/>
            <ac:spMk id="15" creationId="{00000000-0000-0000-0000-000000000000}"/>
          </ac:spMkLst>
        </pc:spChg>
        <pc:spChg chg="add del mod">
          <ac:chgData name="Govind Prajapati" userId="ae73b6f536c27724" providerId="LiveId" clId="{36188425-C390-4714-ABC5-7F95514688AE}" dt="2026-05-23T08:17:57.655" v="197" actId="478"/>
          <ac:spMkLst>
            <pc:docMk/>
            <pc:sldMk cId="0" sldId="259"/>
            <ac:spMk id="20" creationId="{0CFF0BF2-3067-CD6B-32FF-9CC02211D9DE}"/>
          </ac:spMkLst>
        </pc:spChg>
        <pc:spChg chg="add mod">
          <ac:chgData name="Govind Prajapati" userId="ae73b6f536c27724" providerId="LiveId" clId="{36188425-C390-4714-ABC5-7F95514688AE}" dt="2026-05-23T08:27:09.840" v="226" actId="1076"/>
          <ac:spMkLst>
            <pc:docMk/>
            <pc:sldMk cId="0" sldId="259"/>
            <ac:spMk id="29" creationId="{9BC7F887-F2DD-F6E5-1C01-A24A39F7B565}"/>
          </ac:spMkLst>
        </pc:spChg>
        <pc:picChg chg="add del mod">
          <ac:chgData name="Govind Prajapati" userId="ae73b6f536c27724" providerId="LiveId" clId="{36188425-C390-4714-ABC5-7F95514688AE}" dt="2026-05-23T08:17:57.655" v="197" actId="478"/>
          <ac:picMkLst>
            <pc:docMk/>
            <pc:sldMk cId="0" sldId="259"/>
            <ac:picMk id="17" creationId="{9674FEB6-D292-E243-D627-EF6FD30D2A95}"/>
          </ac:picMkLst>
        </pc:picChg>
        <pc:picChg chg="add del mod">
          <ac:chgData name="Govind Prajapati" userId="ae73b6f536c27724" providerId="LiveId" clId="{36188425-C390-4714-ABC5-7F95514688AE}" dt="2026-05-23T08:08:32.798" v="182" actId="478"/>
          <ac:picMkLst>
            <pc:docMk/>
            <pc:sldMk cId="0" sldId="259"/>
            <ac:picMk id="19" creationId="{5C430ECD-F781-17D1-C06A-DD135B1A3EE9}"/>
          </ac:picMkLst>
        </pc:picChg>
        <pc:picChg chg="add del">
          <ac:chgData name="Govind Prajapati" userId="ae73b6f536c27724" providerId="LiveId" clId="{36188425-C390-4714-ABC5-7F95514688AE}" dt="2026-05-23T08:08:55.086" v="185" actId="22"/>
          <ac:picMkLst>
            <pc:docMk/>
            <pc:sldMk cId="0" sldId="259"/>
            <ac:picMk id="22" creationId="{A2A2E404-4F83-A0FA-FCF9-5E0708646C41}"/>
          </ac:picMkLst>
        </pc:picChg>
        <pc:picChg chg="add mod">
          <ac:chgData name="Govind Prajapati" userId="ae73b6f536c27724" providerId="LiveId" clId="{36188425-C390-4714-ABC5-7F95514688AE}" dt="2026-05-23T08:19:51.782" v="205" actId="1076"/>
          <ac:picMkLst>
            <pc:docMk/>
            <pc:sldMk cId="0" sldId="259"/>
            <ac:picMk id="24" creationId="{0B73E197-E978-BEB1-F41C-8FB4DE5C9C9D}"/>
          </ac:picMkLst>
        </pc:picChg>
        <pc:picChg chg="add mod">
          <ac:chgData name="Govind Prajapati" userId="ae73b6f536c27724" providerId="LiveId" clId="{36188425-C390-4714-ABC5-7F95514688AE}" dt="2026-05-23T08:20:18.506" v="209" actId="1076"/>
          <ac:picMkLst>
            <pc:docMk/>
            <pc:sldMk cId="0" sldId="259"/>
            <ac:picMk id="26" creationId="{FBF47F17-FB04-DB8A-97EE-D78356DB6571}"/>
          </ac:picMkLst>
        </pc:picChg>
        <pc:picChg chg="add mod">
          <ac:chgData name="Govind Prajapati" userId="ae73b6f536c27724" providerId="LiveId" clId="{36188425-C390-4714-ABC5-7F95514688AE}" dt="2026-05-23T08:21:06.249" v="214" actId="1076"/>
          <ac:picMkLst>
            <pc:docMk/>
            <pc:sldMk cId="0" sldId="259"/>
            <ac:picMk id="28" creationId="{B5700B47-78DD-D4AB-8595-E3AA8BF5098F}"/>
          </ac:picMkLst>
        </pc:picChg>
      </pc:sldChg>
      <pc:sldChg chg="addSp delSp modSp mod">
        <pc:chgData name="Govind Prajapati" userId="ae73b6f536c27724" providerId="LiveId" clId="{36188425-C390-4714-ABC5-7F95514688AE}" dt="2026-05-23T13:44:46.751" v="384" actId="1076"/>
        <pc:sldMkLst>
          <pc:docMk/>
          <pc:sldMk cId="0" sldId="260"/>
        </pc:sldMkLst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26:12.830" v="215" actId="478"/>
          <ac:spMkLst>
            <pc:docMk/>
            <pc:sldMk cId="0" sldId="260"/>
            <ac:spMk id="19" creationId="{00000000-0000-0000-0000-000000000000}"/>
          </ac:spMkLst>
        </pc:spChg>
        <pc:picChg chg="add mod">
          <ac:chgData name="Govind Prajapati" userId="ae73b6f536c27724" providerId="LiveId" clId="{36188425-C390-4714-ABC5-7F95514688AE}" dt="2026-05-23T13:44:19.159" v="379" actId="1076"/>
          <ac:picMkLst>
            <pc:docMk/>
            <pc:sldMk cId="0" sldId="260"/>
            <ac:picMk id="3" creationId="{5837EFAD-8FD3-566C-9A7A-6607E022E225}"/>
          </ac:picMkLst>
        </pc:picChg>
        <pc:picChg chg="add mod">
          <ac:chgData name="Govind Prajapati" userId="ae73b6f536c27724" providerId="LiveId" clId="{36188425-C390-4714-ABC5-7F95514688AE}" dt="2026-05-23T13:44:46.751" v="384" actId="1076"/>
          <ac:picMkLst>
            <pc:docMk/>
            <pc:sldMk cId="0" sldId="260"/>
            <ac:picMk id="5" creationId="{7F53AD1B-16D0-449E-BDF7-FDCFAD66858D}"/>
          </ac:picMkLst>
        </pc:picChg>
        <pc:picChg chg="add mod">
          <ac:chgData name="Govind Prajapati" userId="ae73b6f536c27724" providerId="LiveId" clId="{36188425-C390-4714-ABC5-7F95514688AE}" dt="2026-05-23T08:26:37.404" v="222" actId="14100"/>
          <ac:picMkLst>
            <pc:docMk/>
            <pc:sldMk cId="0" sldId="260"/>
            <ac:picMk id="21" creationId="{CC884013-7D25-E8E8-78DB-98DC102BF24F}"/>
          </ac:picMkLst>
        </pc:picChg>
      </pc:sldChg>
      <pc:sldChg chg="addSp delSp modSp mod">
        <pc:chgData name="Govind Prajapati" userId="ae73b6f536c27724" providerId="LiveId" clId="{36188425-C390-4714-ABC5-7F95514688AE}" dt="2026-05-23T13:48:47.177" v="433" actId="1076"/>
        <pc:sldMkLst>
          <pc:docMk/>
          <pc:sldMk cId="0" sldId="261"/>
        </pc:sldMkLst>
        <pc:spChg chg="del">
          <ac:chgData name="Govind Prajapati" userId="ae73b6f536c27724" providerId="LiveId" clId="{36188425-C390-4714-ABC5-7F95514688AE}" dt="2026-05-23T08:39:54.995" v="235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39:54.995" v="235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39:54.995" v="235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39:54.995" v="235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39:54.995" v="235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39:54.995" v="235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39:54.995" v="235" actId="478"/>
          <ac:spMkLst>
            <pc:docMk/>
            <pc:sldMk cId="0" sldId="261"/>
            <ac:spMk id="10" creationId="{00000000-0000-0000-0000-000000000000}"/>
          </ac:spMkLst>
        </pc:spChg>
        <pc:grpChg chg="del">
          <ac:chgData name="Govind Prajapati" userId="ae73b6f536c27724" providerId="LiveId" clId="{36188425-C390-4714-ABC5-7F95514688AE}" dt="2026-05-23T08:39:54.995" v="235" actId="478"/>
          <ac:grpSpMkLst>
            <pc:docMk/>
            <pc:sldMk cId="0" sldId="261"/>
            <ac:grpSpMk id="3" creationId="{00000000-0000-0000-0000-000000000000}"/>
          </ac:grpSpMkLst>
        </pc:grpChg>
        <pc:picChg chg="add del mod">
          <ac:chgData name="Govind Prajapati" userId="ae73b6f536c27724" providerId="LiveId" clId="{36188425-C390-4714-ABC5-7F95514688AE}" dt="2026-05-23T13:47:13.309" v="408" actId="478"/>
          <ac:picMkLst>
            <pc:docMk/>
            <pc:sldMk cId="0" sldId="261"/>
            <ac:picMk id="3" creationId="{B94CF8BF-078F-BAB7-7729-C490660207B0}"/>
          </ac:picMkLst>
        </pc:picChg>
        <pc:picChg chg="add mod">
          <ac:chgData name="Govind Prajapati" userId="ae73b6f536c27724" providerId="LiveId" clId="{36188425-C390-4714-ABC5-7F95514688AE}" dt="2026-05-23T13:48:47.177" v="433" actId="1076"/>
          <ac:picMkLst>
            <pc:docMk/>
            <pc:sldMk cId="0" sldId="261"/>
            <ac:picMk id="5" creationId="{F099E3B7-FCB3-A1C9-10FA-0A67BBE87BF2}"/>
          </ac:picMkLst>
        </pc:picChg>
        <pc:picChg chg="add mod">
          <ac:chgData name="Govind Prajapati" userId="ae73b6f536c27724" providerId="LiveId" clId="{36188425-C390-4714-ABC5-7F95514688AE}" dt="2026-05-23T13:48:41.366" v="432" actId="1076"/>
          <ac:picMkLst>
            <pc:docMk/>
            <pc:sldMk cId="0" sldId="261"/>
            <ac:picMk id="7" creationId="{B5A52A11-6D59-328E-2440-BB47600A902D}"/>
          </ac:picMkLst>
        </pc:picChg>
        <pc:picChg chg="add mod">
          <ac:chgData name="Govind Prajapati" userId="ae73b6f536c27724" providerId="LiveId" clId="{36188425-C390-4714-ABC5-7F95514688AE}" dt="2026-05-23T08:40:30.092" v="241" actId="14100"/>
          <ac:picMkLst>
            <pc:docMk/>
            <pc:sldMk cId="0" sldId="261"/>
            <ac:picMk id="12" creationId="{6CAE2A84-686B-D112-B014-7778D9717F03}"/>
          </ac:picMkLst>
        </pc:picChg>
      </pc:sldChg>
      <pc:sldChg chg="addSp delSp modSp mod">
        <pc:chgData name="Govind Prajapati" userId="ae73b6f536c27724" providerId="LiveId" clId="{36188425-C390-4714-ABC5-7F95514688AE}" dt="2026-05-23T13:49:40.903" v="442" actId="14100"/>
        <pc:sldMkLst>
          <pc:docMk/>
          <pc:sldMk cId="0" sldId="262"/>
        </pc:sldMkLst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2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0:51.378" v="242" actId="478"/>
          <ac:spMkLst>
            <pc:docMk/>
            <pc:sldMk cId="0" sldId="262"/>
            <ac:spMk id="25" creationId="{00000000-0000-0000-0000-000000000000}"/>
          </ac:spMkLst>
        </pc:spChg>
        <pc:spChg chg="add del mod">
          <ac:chgData name="Govind Prajapati" userId="ae73b6f536c27724" providerId="LiveId" clId="{36188425-C390-4714-ABC5-7F95514688AE}" dt="2026-05-23T08:41:46.554" v="250" actId="478"/>
          <ac:spMkLst>
            <pc:docMk/>
            <pc:sldMk cId="0" sldId="262"/>
            <ac:spMk id="28" creationId="{BB058325-C223-5826-9512-EDD160DEAEC2}"/>
          </ac:spMkLst>
        </pc:spChg>
        <pc:picChg chg="add mod">
          <ac:chgData name="Govind Prajapati" userId="ae73b6f536c27724" providerId="LiveId" clId="{36188425-C390-4714-ABC5-7F95514688AE}" dt="2026-05-23T13:49:40.903" v="442" actId="14100"/>
          <ac:picMkLst>
            <pc:docMk/>
            <pc:sldMk cId="0" sldId="262"/>
            <ac:picMk id="3" creationId="{9B5028F6-9909-8DE2-0C66-D9DDBEE7A60C}"/>
          </ac:picMkLst>
        </pc:picChg>
        <pc:picChg chg="add mod">
          <ac:chgData name="Govind Prajapati" userId="ae73b6f536c27724" providerId="LiveId" clId="{36188425-C390-4714-ABC5-7F95514688AE}" dt="2026-05-23T13:49:36.286" v="441" actId="1076"/>
          <ac:picMkLst>
            <pc:docMk/>
            <pc:sldMk cId="0" sldId="262"/>
            <ac:picMk id="5" creationId="{3AB3B754-C31F-3E02-40D5-429FC983BE57}"/>
          </ac:picMkLst>
        </pc:picChg>
        <pc:picChg chg="add mod">
          <ac:chgData name="Govind Prajapati" userId="ae73b6f536c27724" providerId="LiveId" clId="{36188425-C390-4714-ABC5-7F95514688AE}" dt="2026-05-23T08:41:10.820" v="248" actId="14100"/>
          <ac:picMkLst>
            <pc:docMk/>
            <pc:sldMk cId="0" sldId="262"/>
            <ac:picMk id="27" creationId="{C5887167-D9D4-EC92-743F-61FE7C9EED38}"/>
          </ac:picMkLst>
        </pc:picChg>
      </pc:sldChg>
      <pc:sldChg chg="addSp delSp modSp mod">
        <pc:chgData name="Govind Prajapati" userId="ae73b6f536c27724" providerId="LiveId" clId="{36188425-C390-4714-ABC5-7F95514688AE}" dt="2026-05-23T13:50:22.890" v="450" actId="1076"/>
        <pc:sldMkLst>
          <pc:docMk/>
          <pc:sldMk cId="0" sldId="263"/>
        </pc:sldMkLst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08:42:18.714" v="251" actId="478"/>
          <ac:spMkLst>
            <pc:docMk/>
            <pc:sldMk cId="0" sldId="263"/>
            <ac:spMk id="14" creationId="{00000000-0000-0000-0000-000000000000}"/>
          </ac:spMkLst>
        </pc:spChg>
        <pc:picChg chg="add mod">
          <ac:chgData name="Govind Prajapati" userId="ae73b6f536c27724" providerId="LiveId" clId="{36188425-C390-4714-ABC5-7F95514688AE}" dt="2026-05-23T13:50:01.850" v="445" actId="14100"/>
          <ac:picMkLst>
            <pc:docMk/>
            <pc:sldMk cId="0" sldId="263"/>
            <ac:picMk id="3" creationId="{E9D2CB18-4C0D-E203-A1F3-990850E1833B}"/>
          </ac:picMkLst>
        </pc:picChg>
        <pc:picChg chg="add mod">
          <ac:chgData name="Govind Prajapati" userId="ae73b6f536c27724" providerId="LiveId" clId="{36188425-C390-4714-ABC5-7F95514688AE}" dt="2026-05-23T13:50:22.890" v="450" actId="1076"/>
          <ac:picMkLst>
            <pc:docMk/>
            <pc:sldMk cId="0" sldId="263"/>
            <ac:picMk id="5" creationId="{2277A90F-2846-771A-BE3D-246CD8449347}"/>
          </ac:picMkLst>
        </pc:picChg>
        <pc:picChg chg="add mod">
          <ac:chgData name="Govind Prajapati" userId="ae73b6f536c27724" providerId="LiveId" clId="{36188425-C390-4714-ABC5-7F95514688AE}" dt="2026-05-23T08:42:32.066" v="257" actId="14100"/>
          <ac:picMkLst>
            <pc:docMk/>
            <pc:sldMk cId="0" sldId="263"/>
            <ac:picMk id="16" creationId="{000295F0-1F0A-D617-D7F8-A5D65F4A0B60}"/>
          </ac:picMkLst>
        </pc:picChg>
      </pc:sldChg>
      <pc:sldChg chg="addSp delSp modSp mod">
        <pc:chgData name="Govind Prajapati" userId="ae73b6f536c27724" providerId="LiveId" clId="{36188425-C390-4714-ABC5-7F95514688AE}" dt="2026-05-23T14:54:25.698" v="616" actId="14100"/>
        <pc:sldMkLst>
          <pc:docMk/>
          <pc:sldMk cId="0" sldId="264"/>
        </pc:sldMkLst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20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2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23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4:53:44.600" v="611" actId="478"/>
          <ac:spMkLst>
            <pc:docMk/>
            <pc:sldMk cId="0" sldId="264"/>
            <ac:spMk id="25" creationId="{00000000-0000-0000-0000-000000000000}"/>
          </ac:spMkLst>
        </pc:spChg>
        <pc:picChg chg="add mod">
          <ac:chgData name="Govind Prajapati" userId="ae73b6f536c27724" providerId="LiveId" clId="{36188425-C390-4714-ABC5-7F95514688AE}" dt="2026-05-23T14:54:25.698" v="616" actId="14100"/>
          <ac:picMkLst>
            <pc:docMk/>
            <pc:sldMk cId="0" sldId="264"/>
            <ac:picMk id="28" creationId="{7D0C9C4D-04CD-FC11-95C7-2CEA70874A45}"/>
          </ac:picMkLst>
        </pc:picChg>
      </pc:sldChg>
      <pc:sldChg chg="addSp delSp modSp mod">
        <pc:chgData name="Govind Prajapati" userId="ae73b6f536c27724" providerId="LiveId" clId="{36188425-C390-4714-ABC5-7F95514688AE}" dt="2026-05-23T15:10:59.537" v="635" actId="14100"/>
        <pc:sldMkLst>
          <pc:docMk/>
          <pc:sldMk cId="0" sldId="265"/>
        </pc:sldMkLst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Govind Prajapati" userId="ae73b6f536c27724" providerId="LiveId" clId="{36188425-C390-4714-ABC5-7F95514688AE}" dt="2026-05-23T15:10:29.523" v="625" actId="478"/>
          <ac:spMkLst>
            <pc:docMk/>
            <pc:sldMk cId="0" sldId="265"/>
            <ac:spMk id="19" creationId="{00000000-0000-0000-0000-000000000000}"/>
          </ac:spMkLst>
        </pc:spChg>
        <pc:picChg chg="add mod">
          <ac:chgData name="Govind Prajapati" userId="ae73b6f536c27724" providerId="LiveId" clId="{36188425-C390-4714-ABC5-7F95514688AE}" dt="2026-05-23T15:10:59.537" v="635" actId="14100"/>
          <ac:picMkLst>
            <pc:docMk/>
            <pc:sldMk cId="0" sldId="265"/>
            <ac:picMk id="22" creationId="{46A25CE0-2916-4EC8-8086-336C85E568B9}"/>
          </ac:picMkLst>
        </pc:picChg>
      </pc:sldChg>
      <pc:sldChg chg="addSp delSp modSp add mod">
        <pc:chgData name="Govind Prajapati" userId="ae73b6f536c27724" providerId="LiveId" clId="{36188425-C390-4714-ABC5-7F95514688AE}" dt="2026-05-23T13:46:29.943" v="399" actId="14100"/>
        <pc:sldMkLst>
          <pc:docMk/>
          <pc:sldMk cId="2830468267" sldId="266"/>
        </pc:sldMkLst>
        <pc:picChg chg="add mod">
          <ac:chgData name="Govind Prajapati" userId="ae73b6f536c27724" providerId="LiveId" clId="{36188425-C390-4714-ABC5-7F95514688AE}" dt="2026-05-23T08:27:46.179" v="234" actId="14100"/>
          <ac:picMkLst>
            <pc:docMk/>
            <pc:sldMk cId="2830468267" sldId="266"/>
            <ac:picMk id="3" creationId="{4148549A-981E-EDCB-3C18-29BA2EBA2087}"/>
          </ac:picMkLst>
        </pc:picChg>
        <pc:picChg chg="add del mod">
          <ac:chgData name="Govind Prajapati" userId="ae73b6f536c27724" providerId="LiveId" clId="{36188425-C390-4714-ABC5-7F95514688AE}" dt="2026-05-23T13:45:07.647" v="389" actId="478"/>
          <ac:picMkLst>
            <pc:docMk/>
            <pc:sldMk cId="2830468267" sldId="266"/>
            <ac:picMk id="4" creationId="{EF8BDBDF-BF56-80F3-A5C0-45852CE0788B}"/>
          </ac:picMkLst>
        </pc:picChg>
        <pc:picChg chg="add mod">
          <ac:chgData name="Govind Prajapati" userId="ae73b6f536c27724" providerId="LiveId" clId="{36188425-C390-4714-ABC5-7F95514688AE}" dt="2026-05-23T13:45:40.658" v="394" actId="1076"/>
          <ac:picMkLst>
            <pc:docMk/>
            <pc:sldMk cId="2830468267" sldId="266"/>
            <ac:picMk id="6" creationId="{C3538FDD-C080-2747-6083-7BBCC1B87A07}"/>
          </ac:picMkLst>
        </pc:picChg>
        <pc:picChg chg="add mod">
          <ac:chgData name="Govind Prajapati" userId="ae73b6f536c27724" providerId="LiveId" clId="{36188425-C390-4714-ABC5-7F95514688AE}" dt="2026-05-23T13:46:29.943" v="399" actId="14100"/>
          <ac:picMkLst>
            <pc:docMk/>
            <pc:sldMk cId="2830468267" sldId="266"/>
            <ac:picMk id="8" creationId="{086A04AC-7605-0DEC-14BF-7B22D13617D0}"/>
          </ac:picMkLst>
        </pc:picChg>
        <pc:picChg chg="del">
          <ac:chgData name="Govind Prajapati" userId="ae73b6f536c27724" providerId="LiveId" clId="{36188425-C390-4714-ABC5-7F95514688AE}" dt="2026-05-23T08:27:26.463" v="228" actId="478"/>
          <ac:picMkLst>
            <pc:docMk/>
            <pc:sldMk cId="2830468267" sldId="266"/>
            <ac:picMk id="21" creationId="{275616EA-D83A-7985-A379-5FEBAEFC3436}"/>
          </ac:picMkLst>
        </pc:picChg>
      </pc:sldChg>
      <pc:sldChg chg="addSp delSp modSp add mod">
        <pc:chgData name="Govind Prajapati" userId="ae73b6f536c27724" providerId="LiveId" clId="{36188425-C390-4714-ABC5-7F95514688AE}" dt="2026-05-23T13:51:43.047" v="460" actId="1076"/>
        <pc:sldMkLst>
          <pc:docMk/>
          <pc:sldMk cId="1257109960" sldId="267"/>
        </pc:sldMkLst>
        <pc:picChg chg="add mod">
          <ac:chgData name="Govind Prajapati" userId="ae73b6f536c27724" providerId="LiveId" clId="{36188425-C390-4714-ABC5-7F95514688AE}" dt="2026-05-23T13:22:20.783" v="290" actId="14100"/>
          <ac:picMkLst>
            <pc:docMk/>
            <pc:sldMk cId="1257109960" sldId="267"/>
            <ac:picMk id="3" creationId="{08696E30-23DE-5A81-A025-18F3A289F103}"/>
          </ac:picMkLst>
        </pc:picChg>
        <pc:picChg chg="add mod">
          <ac:chgData name="Govind Prajapati" userId="ae73b6f536c27724" providerId="LiveId" clId="{36188425-C390-4714-ABC5-7F95514688AE}" dt="2026-05-23T13:50:46.719" v="454" actId="14100"/>
          <ac:picMkLst>
            <pc:docMk/>
            <pc:sldMk cId="1257109960" sldId="267"/>
            <ac:picMk id="4" creationId="{E059E3DE-92C6-9C12-91DE-604CFD488281}"/>
          </ac:picMkLst>
        </pc:picChg>
        <pc:picChg chg="add mod">
          <ac:chgData name="Govind Prajapati" userId="ae73b6f536c27724" providerId="LiveId" clId="{36188425-C390-4714-ABC5-7F95514688AE}" dt="2026-05-23T13:51:43.047" v="460" actId="1076"/>
          <ac:picMkLst>
            <pc:docMk/>
            <pc:sldMk cId="1257109960" sldId="267"/>
            <ac:picMk id="6" creationId="{84E37069-0D43-3F69-DB05-576B8C8E85AA}"/>
          </ac:picMkLst>
        </pc:picChg>
        <pc:picChg chg="del">
          <ac:chgData name="Govind Prajapati" userId="ae73b6f536c27724" providerId="LiveId" clId="{36188425-C390-4714-ABC5-7F95514688AE}" dt="2026-05-23T08:50:21.548" v="259" actId="478"/>
          <ac:picMkLst>
            <pc:docMk/>
            <pc:sldMk cId="1257109960" sldId="267"/>
            <ac:picMk id="16" creationId="{EB4BB76A-7F85-79E8-E666-237344B780A8}"/>
          </ac:picMkLst>
        </pc:picChg>
      </pc:sldChg>
      <pc:sldChg chg="addSp delSp modSp add mod">
        <pc:chgData name="Govind Prajapati" userId="ae73b6f536c27724" providerId="LiveId" clId="{36188425-C390-4714-ABC5-7F95514688AE}" dt="2026-05-23T13:59:45.694" v="482" actId="1076"/>
        <pc:sldMkLst>
          <pc:docMk/>
          <pc:sldMk cId="3602070367" sldId="268"/>
        </pc:sldMkLst>
        <pc:picChg chg="del">
          <ac:chgData name="Govind Prajapati" userId="ae73b6f536c27724" providerId="LiveId" clId="{36188425-C390-4714-ABC5-7F95514688AE}" dt="2026-05-23T08:50:29.420" v="263" actId="478"/>
          <ac:picMkLst>
            <pc:docMk/>
            <pc:sldMk cId="3602070367" sldId="268"/>
            <ac:picMk id="3" creationId="{0420ED1F-6309-773B-04D6-1A12751334A0}"/>
          </ac:picMkLst>
        </pc:picChg>
        <pc:picChg chg="add mod">
          <ac:chgData name="Govind Prajapati" userId="ae73b6f536c27724" providerId="LiveId" clId="{36188425-C390-4714-ABC5-7F95514688AE}" dt="2026-05-23T13:59:38.077" v="479" actId="1076"/>
          <ac:picMkLst>
            <pc:docMk/>
            <pc:sldMk cId="3602070367" sldId="268"/>
            <ac:picMk id="3" creationId="{F2B88826-F0FF-C880-000C-9B2B982243EE}"/>
          </ac:picMkLst>
        </pc:picChg>
        <pc:picChg chg="add mod">
          <ac:chgData name="Govind Prajapati" userId="ae73b6f536c27724" providerId="LiveId" clId="{36188425-C390-4714-ABC5-7F95514688AE}" dt="2026-05-23T13:22:33.754" v="294" actId="14100"/>
          <ac:picMkLst>
            <pc:docMk/>
            <pc:sldMk cId="3602070367" sldId="268"/>
            <ac:picMk id="4" creationId="{5DCB08EA-827E-04D6-9B25-CDA57F8D7316}"/>
          </ac:picMkLst>
        </pc:picChg>
        <pc:picChg chg="add mod">
          <ac:chgData name="Govind Prajapati" userId="ae73b6f536c27724" providerId="LiveId" clId="{36188425-C390-4714-ABC5-7F95514688AE}" dt="2026-05-23T13:59:45.694" v="482" actId="1076"/>
          <ac:picMkLst>
            <pc:docMk/>
            <pc:sldMk cId="3602070367" sldId="268"/>
            <ac:picMk id="6" creationId="{F8136ABF-8082-72A3-9E1C-2203C83CBC86}"/>
          </ac:picMkLst>
        </pc:picChg>
      </pc:sldChg>
      <pc:sldChg chg="addSp modSp add mod">
        <pc:chgData name="Govind Prajapati" userId="ae73b6f536c27724" providerId="LiveId" clId="{36188425-C390-4714-ABC5-7F95514688AE}" dt="2026-05-23T13:53:05.610" v="465" actId="1076"/>
        <pc:sldMkLst>
          <pc:docMk/>
          <pc:sldMk cId="170411018" sldId="269"/>
        </pc:sldMkLst>
        <pc:picChg chg="add mod">
          <ac:chgData name="Govind Prajapati" userId="ae73b6f536c27724" providerId="LiveId" clId="{36188425-C390-4714-ABC5-7F95514688AE}" dt="2026-05-23T13:22:46.091" v="298" actId="14100"/>
          <ac:picMkLst>
            <pc:docMk/>
            <pc:sldMk cId="170411018" sldId="269"/>
            <ac:picMk id="3" creationId="{BA4B790B-4C2F-044F-8ED4-43EEA7B9D143}"/>
          </ac:picMkLst>
        </pc:picChg>
        <pc:picChg chg="add mod">
          <ac:chgData name="Govind Prajapati" userId="ae73b6f536c27724" providerId="LiveId" clId="{36188425-C390-4714-ABC5-7F95514688AE}" dt="2026-05-23T13:53:05.610" v="465" actId="1076"/>
          <ac:picMkLst>
            <pc:docMk/>
            <pc:sldMk cId="170411018" sldId="269"/>
            <ac:picMk id="4" creationId="{7DAB9E30-1148-46C0-926A-5692ABB07E2E}"/>
          </ac:picMkLst>
        </pc:picChg>
      </pc:sldChg>
      <pc:sldChg chg="addSp modSp add mod">
        <pc:chgData name="Govind Prajapati" userId="ae73b6f536c27724" providerId="LiveId" clId="{36188425-C390-4714-ABC5-7F95514688AE}" dt="2026-05-23T13:53:57.104" v="473" actId="1076"/>
        <pc:sldMkLst>
          <pc:docMk/>
          <pc:sldMk cId="2749571724" sldId="270"/>
        </pc:sldMkLst>
        <pc:picChg chg="add mod">
          <ac:chgData name="Govind Prajapati" userId="ae73b6f536c27724" providerId="LiveId" clId="{36188425-C390-4714-ABC5-7F95514688AE}" dt="2026-05-23T13:22:59.209" v="302" actId="14100"/>
          <ac:picMkLst>
            <pc:docMk/>
            <pc:sldMk cId="2749571724" sldId="270"/>
            <ac:picMk id="3" creationId="{BF6CDA0B-07E6-C9EB-D371-49CB2475899E}"/>
          </ac:picMkLst>
        </pc:picChg>
        <pc:picChg chg="add mod">
          <ac:chgData name="Govind Prajapati" userId="ae73b6f536c27724" providerId="LiveId" clId="{36188425-C390-4714-ABC5-7F95514688AE}" dt="2026-05-23T13:53:57.104" v="473" actId="1076"/>
          <ac:picMkLst>
            <pc:docMk/>
            <pc:sldMk cId="2749571724" sldId="270"/>
            <ac:picMk id="4" creationId="{4FE4F1C0-99EC-6B8A-AE01-686CA3FCDEB0}"/>
          </ac:picMkLst>
        </pc:picChg>
      </pc:sldChg>
      <pc:sldChg chg="addSp modSp add mod">
        <pc:chgData name="Govind Prajapati" userId="ae73b6f536c27724" providerId="LiveId" clId="{36188425-C390-4714-ABC5-7F95514688AE}" dt="2026-05-23T14:01:42.449" v="489" actId="1076"/>
        <pc:sldMkLst>
          <pc:docMk/>
          <pc:sldMk cId="2747067990" sldId="271"/>
        </pc:sldMkLst>
        <pc:picChg chg="add mod">
          <ac:chgData name="Govind Prajapati" userId="ae73b6f536c27724" providerId="LiveId" clId="{36188425-C390-4714-ABC5-7F95514688AE}" dt="2026-05-23T13:23:12.461" v="306" actId="14100"/>
          <ac:picMkLst>
            <pc:docMk/>
            <pc:sldMk cId="2747067990" sldId="271"/>
            <ac:picMk id="3" creationId="{1C9BB1F2-3F87-291F-B975-BD30BCB82D27}"/>
          </ac:picMkLst>
        </pc:picChg>
        <pc:picChg chg="add mod">
          <ac:chgData name="Govind Prajapati" userId="ae73b6f536c27724" providerId="LiveId" clId="{36188425-C390-4714-ABC5-7F95514688AE}" dt="2026-05-23T14:01:08.398" v="484" actId="14100"/>
          <ac:picMkLst>
            <pc:docMk/>
            <pc:sldMk cId="2747067990" sldId="271"/>
            <ac:picMk id="4" creationId="{BD307AFC-DA65-D614-F85D-3B1ED7BA9C59}"/>
          </ac:picMkLst>
        </pc:picChg>
        <pc:picChg chg="add mod">
          <ac:chgData name="Govind Prajapati" userId="ae73b6f536c27724" providerId="LiveId" clId="{36188425-C390-4714-ABC5-7F95514688AE}" dt="2026-05-23T14:01:42.449" v="489" actId="1076"/>
          <ac:picMkLst>
            <pc:docMk/>
            <pc:sldMk cId="2747067990" sldId="271"/>
            <ac:picMk id="6" creationId="{65F0E8EF-94A3-EE70-C885-6D6D31CFA88E}"/>
          </ac:picMkLst>
        </pc:picChg>
      </pc:sldChg>
      <pc:sldChg chg="addSp modSp add mod">
        <pc:chgData name="Govind Prajapati" userId="ae73b6f536c27724" providerId="LiveId" clId="{36188425-C390-4714-ABC5-7F95514688AE}" dt="2026-05-23T14:02:37.286" v="497" actId="14100"/>
        <pc:sldMkLst>
          <pc:docMk/>
          <pc:sldMk cId="1910796026" sldId="272"/>
        </pc:sldMkLst>
        <pc:picChg chg="add mod">
          <ac:chgData name="Govind Prajapati" userId="ae73b6f536c27724" providerId="LiveId" clId="{36188425-C390-4714-ABC5-7F95514688AE}" dt="2026-05-23T13:23:25.890" v="310" actId="14100"/>
          <ac:picMkLst>
            <pc:docMk/>
            <pc:sldMk cId="1910796026" sldId="272"/>
            <ac:picMk id="3" creationId="{48ABA5AA-7122-BEF3-213F-D18D9F389E5F}"/>
          </ac:picMkLst>
        </pc:picChg>
        <pc:picChg chg="add mod">
          <ac:chgData name="Govind Prajapati" userId="ae73b6f536c27724" providerId="LiveId" clId="{36188425-C390-4714-ABC5-7F95514688AE}" dt="2026-05-23T14:02:37.286" v="497" actId="14100"/>
          <ac:picMkLst>
            <pc:docMk/>
            <pc:sldMk cId="1910796026" sldId="272"/>
            <ac:picMk id="4" creationId="{0A1D4324-CAD6-E1B8-1A66-C6BAF2C7F5DC}"/>
          </ac:picMkLst>
        </pc:picChg>
        <pc:picChg chg="add mod">
          <ac:chgData name="Govind Prajapati" userId="ae73b6f536c27724" providerId="LiveId" clId="{36188425-C390-4714-ABC5-7F95514688AE}" dt="2026-05-23T14:02:33.062" v="495" actId="14100"/>
          <ac:picMkLst>
            <pc:docMk/>
            <pc:sldMk cId="1910796026" sldId="272"/>
            <ac:picMk id="6" creationId="{71D84ACD-D051-22E5-49FD-26617A4E0085}"/>
          </ac:picMkLst>
        </pc:picChg>
      </pc:sldChg>
      <pc:sldChg chg="addSp modSp add mod">
        <pc:chgData name="Govind Prajapati" userId="ae73b6f536c27724" providerId="LiveId" clId="{36188425-C390-4714-ABC5-7F95514688AE}" dt="2026-05-23T14:04:10.121" v="507" actId="14100"/>
        <pc:sldMkLst>
          <pc:docMk/>
          <pc:sldMk cId="1027244025" sldId="273"/>
        </pc:sldMkLst>
        <pc:picChg chg="add mod">
          <ac:chgData name="Govind Prajapati" userId="ae73b6f536c27724" providerId="LiveId" clId="{36188425-C390-4714-ABC5-7F95514688AE}" dt="2026-05-23T13:26:11.247" v="320" actId="14100"/>
          <ac:picMkLst>
            <pc:docMk/>
            <pc:sldMk cId="1027244025" sldId="273"/>
            <ac:picMk id="3" creationId="{3D7C30BA-C661-7B52-0E3F-2CCB8897943A}"/>
          </ac:picMkLst>
        </pc:picChg>
        <pc:picChg chg="add mod">
          <ac:chgData name="Govind Prajapati" userId="ae73b6f536c27724" providerId="LiveId" clId="{36188425-C390-4714-ABC5-7F95514688AE}" dt="2026-05-23T14:03:19.733" v="504" actId="14100"/>
          <ac:picMkLst>
            <pc:docMk/>
            <pc:sldMk cId="1027244025" sldId="273"/>
            <ac:picMk id="5" creationId="{7DBDE05D-D1A0-65DE-8CB8-9664E9AA7B24}"/>
          </ac:picMkLst>
        </pc:picChg>
        <pc:picChg chg="add mod">
          <ac:chgData name="Govind Prajapati" userId="ae73b6f536c27724" providerId="LiveId" clId="{36188425-C390-4714-ABC5-7F95514688AE}" dt="2026-05-23T14:04:10.121" v="507" actId="14100"/>
          <ac:picMkLst>
            <pc:docMk/>
            <pc:sldMk cId="1027244025" sldId="273"/>
            <ac:picMk id="7" creationId="{3E2F8D1F-F821-0AF3-BD26-57577DEA34E2}"/>
          </ac:picMkLst>
        </pc:picChg>
      </pc:sldChg>
      <pc:sldChg chg="addSp modSp add mod">
        <pc:chgData name="Govind Prajapati" userId="ae73b6f536c27724" providerId="LiveId" clId="{36188425-C390-4714-ABC5-7F95514688AE}" dt="2026-05-23T14:05:07.077" v="515" actId="1076"/>
        <pc:sldMkLst>
          <pc:docMk/>
          <pc:sldMk cId="1432468977" sldId="274"/>
        </pc:sldMkLst>
        <pc:picChg chg="add mod">
          <ac:chgData name="Govind Prajapati" userId="ae73b6f536c27724" providerId="LiveId" clId="{36188425-C390-4714-ABC5-7F95514688AE}" dt="2026-05-23T13:26:23.622" v="324" actId="14100"/>
          <ac:picMkLst>
            <pc:docMk/>
            <pc:sldMk cId="1432468977" sldId="274"/>
            <ac:picMk id="3" creationId="{575F7B07-0A29-657F-8B06-7F96EAE7EE8C}"/>
          </ac:picMkLst>
        </pc:picChg>
        <pc:picChg chg="add mod">
          <ac:chgData name="Govind Prajapati" userId="ae73b6f536c27724" providerId="LiveId" clId="{36188425-C390-4714-ABC5-7F95514688AE}" dt="2026-05-23T14:04:40.795" v="510" actId="1076"/>
          <ac:picMkLst>
            <pc:docMk/>
            <pc:sldMk cId="1432468977" sldId="274"/>
            <ac:picMk id="5" creationId="{B2524692-1BDE-C407-FA5F-8656ACB5225B}"/>
          </ac:picMkLst>
        </pc:picChg>
        <pc:picChg chg="add mod">
          <ac:chgData name="Govind Prajapati" userId="ae73b6f536c27724" providerId="LiveId" clId="{36188425-C390-4714-ABC5-7F95514688AE}" dt="2026-05-23T14:05:07.077" v="515" actId="1076"/>
          <ac:picMkLst>
            <pc:docMk/>
            <pc:sldMk cId="1432468977" sldId="274"/>
            <ac:picMk id="7" creationId="{D378C0B9-E4A0-E7EF-AA63-B198F3CC2D77}"/>
          </ac:picMkLst>
        </pc:picChg>
      </pc:sldChg>
      <pc:sldChg chg="addSp modSp add mod">
        <pc:chgData name="Govind Prajapati" userId="ae73b6f536c27724" providerId="LiveId" clId="{36188425-C390-4714-ABC5-7F95514688AE}" dt="2026-05-23T14:05:50.388" v="523" actId="14100"/>
        <pc:sldMkLst>
          <pc:docMk/>
          <pc:sldMk cId="3686165607" sldId="275"/>
        </pc:sldMkLst>
        <pc:picChg chg="add mod">
          <ac:chgData name="Govind Prajapati" userId="ae73b6f536c27724" providerId="LiveId" clId="{36188425-C390-4714-ABC5-7F95514688AE}" dt="2026-05-23T13:26:35.136" v="328" actId="14100"/>
          <ac:picMkLst>
            <pc:docMk/>
            <pc:sldMk cId="3686165607" sldId="275"/>
            <ac:picMk id="3" creationId="{9AE2B476-97A7-86E4-E843-FC6AD1E83634}"/>
          </ac:picMkLst>
        </pc:picChg>
        <pc:picChg chg="add mod">
          <ac:chgData name="Govind Prajapati" userId="ae73b6f536c27724" providerId="LiveId" clId="{36188425-C390-4714-ABC5-7F95514688AE}" dt="2026-05-23T14:05:26.552" v="519" actId="14100"/>
          <ac:picMkLst>
            <pc:docMk/>
            <pc:sldMk cId="3686165607" sldId="275"/>
            <ac:picMk id="5" creationId="{FF646BED-1287-A3FE-21ED-180241CCF558}"/>
          </ac:picMkLst>
        </pc:picChg>
        <pc:picChg chg="add mod">
          <ac:chgData name="Govind Prajapati" userId="ae73b6f536c27724" providerId="LiveId" clId="{36188425-C390-4714-ABC5-7F95514688AE}" dt="2026-05-23T14:05:50.388" v="523" actId="14100"/>
          <ac:picMkLst>
            <pc:docMk/>
            <pc:sldMk cId="3686165607" sldId="275"/>
            <ac:picMk id="7" creationId="{4878368A-1A39-5422-BFE8-49CC53F0E9CA}"/>
          </ac:picMkLst>
        </pc:picChg>
      </pc:sldChg>
      <pc:sldChg chg="addSp modSp add mod">
        <pc:chgData name="Govind Prajapati" userId="ae73b6f536c27724" providerId="LiveId" clId="{36188425-C390-4714-ABC5-7F95514688AE}" dt="2026-05-23T14:06:40.215" v="528" actId="1076"/>
        <pc:sldMkLst>
          <pc:docMk/>
          <pc:sldMk cId="2101515547" sldId="276"/>
        </pc:sldMkLst>
        <pc:picChg chg="add mod">
          <ac:chgData name="Govind Prajapati" userId="ae73b6f536c27724" providerId="LiveId" clId="{36188425-C390-4714-ABC5-7F95514688AE}" dt="2026-05-23T13:33:51.788" v="342" actId="14100"/>
          <ac:picMkLst>
            <pc:docMk/>
            <pc:sldMk cId="2101515547" sldId="276"/>
            <ac:picMk id="3" creationId="{8F97E330-D2C2-80CB-3601-7106B9CEAFDF}"/>
          </ac:picMkLst>
        </pc:picChg>
        <pc:picChg chg="add mod">
          <ac:chgData name="Govind Prajapati" userId="ae73b6f536c27724" providerId="LiveId" clId="{36188425-C390-4714-ABC5-7F95514688AE}" dt="2026-05-23T14:06:12.230" v="526" actId="1076"/>
          <ac:picMkLst>
            <pc:docMk/>
            <pc:sldMk cId="2101515547" sldId="276"/>
            <ac:picMk id="5" creationId="{7CEBB243-746A-7910-A63D-7226FBCAB866}"/>
          </ac:picMkLst>
        </pc:picChg>
        <pc:picChg chg="add mod">
          <ac:chgData name="Govind Prajapati" userId="ae73b6f536c27724" providerId="LiveId" clId="{36188425-C390-4714-ABC5-7F95514688AE}" dt="2026-05-23T14:06:40.215" v="528" actId="1076"/>
          <ac:picMkLst>
            <pc:docMk/>
            <pc:sldMk cId="2101515547" sldId="276"/>
            <ac:picMk id="7" creationId="{106764BE-290C-1444-5D1E-A801D8FC6A37}"/>
          </ac:picMkLst>
        </pc:picChg>
      </pc:sldChg>
      <pc:sldChg chg="addSp modSp add mod">
        <pc:chgData name="Govind Prajapati" userId="ae73b6f536c27724" providerId="LiveId" clId="{36188425-C390-4714-ABC5-7F95514688AE}" dt="2026-05-23T14:07:24.758" v="533" actId="1076"/>
        <pc:sldMkLst>
          <pc:docMk/>
          <pc:sldMk cId="1175483721" sldId="277"/>
        </pc:sldMkLst>
        <pc:picChg chg="add mod">
          <ac:chgData name="Govind Prajapati" userId="ae73b6f536c27724" providerId="LiveId" clId="{36188425-C390-4714-ABC5-7F95514688AE}" dt="2026-05-23T13:34:03.473" v="346" actId="14100"/>
          <ac:picMkLst>
            <pc:docMk/>
            <pc:sldMk cId="1175483721" sldId="277"/>
            <ac:picMk id="3" creationId="{65B4FAFC-30EB-C837-1AE4-E74BCEA9CE00}"/>
          </ac:picMkLst>
        </pc:picChg>
        <pc:picChg chg="add mod">
          <ac:chgData name="Govind Prajapati" userId="ae73b6f536c27724" providerId="LiveId" clId="{36188425-C390-4714-ABC5-7F95514688AE}" dt="2026-05-23T14:07:04.397" v="531" actId="1076"/>
          <ac:picMkLst>
            <pc:docMk/>
            <pc:sldMk cId="1175483721" sldId="277"/>
            <ac:picMk id="5" creationId="{897686FD-D7AD-AB7E-4DF8-FD7BAB0DA278}"/>
          </ac:picMkLst>
        </pc:picChg>
        <pc:picChg chg="add mod">
          <ac:chgData name="Govind Prajapati" userId="ae73b6f536c27724" providerId="LiveId" clId="{36188425-C390-4714-ABC5-7F95514688AE}" dt="2026-05-23T14:07:24.758" v="533" actId="1076"/>
          <ac:picMkLst>
            <pc:docMk/>
            <pc:sldMk cId="1175483721" sldId="277"/>
            <ac:picMk id="7" creationId="{BFE18BBA-E99A-BBA8-0450-2A023FDDD0AA}"/>
          </ac:picMkLst>
        </pc:picChg>
      </pc:sldChg>
      <pc:sldChg chg="addSp delSp modSp add mod">
        <pc:chgData name="Govind Prajapati" userId="ae73b6f536c27724" providerId="LiveId" clId="{36188425-C390-4714-ABC5-7F95514688AE}" dt="2026-05-23T14:08:21.796" v="542" actId="14100"/>
        <pc:sldMkLst>
          <pc:docMk/>
          <pc:sldMk cId="2305792422" sldId="278"/>
        </pc:sldMkLst>
        <pc:picChg chg="add mod">
          <ac:chgData name="Govind Prajapati" userId="ae73b6f536c27724" providerId="LiveId" clId="{36188425-C390-4714-ABC5-7F95514688AE}" dt="2026-05-23T13:34:15.036" v="350" actId="14100"/>
          <ac:picMkLst>
            <pc:docMk/>
            <pc:sldMk cId="2305792422" sldId="278"/>
            <ac:picMk id="3" creationId="{9505256D-D2C2-B84A-F6A8-2F54BF6D5390}"/>
          </ac:picMkLst>
        </pc:picChg>
        <pc:picChg chg="add del mod">
          <ac:chgData name="Govind Prajapati" userId="ae73b6f536c27724" providerId="LiveId" clId="{36188425-C390-4714-ABC5-7F95514688AE}" dt="2026-05-23T14:07:57.162" v="536" actId="478"/>
          <ac:picMkLst>
            <pc:docMk/>
            <pc:sldMk cId="2305792422" sldId="278"/>
            <ac:picMk id="5" creationId="{A7E7521E-2EBC-8C5E-975A-76DC55E32E2C}"/>
          </ac:picMkLst>
        </pc:picChg>
        <pc:picChg chg="add mod">
          <ac:chgData name="Govind Prajapati" userId="ae73b6f536c27724" providerId="LiveId" clId="{36188425-C390-4714-ABC5-7F95514688AE}" dt="2026-05-23T14:08:00.054" v="538" actId="14100"/>
          <ac:picMkLst>
            <pc:docMk/>
            <pc:sldMk cId="2305792422" sldId="278"/>
            <ac:picMk id="7" creationId="{DC52CE38-300C-124C-4829-CDF4A3461221}"/>
          </ac:picMkLst>
        </pc:picChg>
        <pc:picChg chg="add mod">
          <ac:chgData name="Govind Prajapati" userId="ae73b6f536c27724" providerId="LiveId" clId="{36188425-C390-4714-ABC5-7F95514688AE}" dt="2026-05-23T14:08:21.796" v="542" actId="14100"/>
          <ac:picMkLst>
            <pc:docMk/>
            <pc:sldMk cId="2305792422" sldId="278"/>
            <ac:picMk id="9" creationId="{710C7ED5-144C-564C-E105-BC9F08249916}"/>
          </ac:picMkLst>
        </pc:picChg>
      </pc:sldChg>
      <pc:sldChg chg="addSp modSp add mod">
        <pc:chgData name="Govind Prajapati" userId="ae73b6f536c27724" providerId="LiveId" clId="{36188425-C390-4714-ABC5-7F95514688AE}" dt="2026-05-23T14:09:50.956" v="550" actId="14100"/>
        <pc:sldMkLst>
          <pc:docMk/>
          <pc:sldMk cId="3279389311" sldId="279"/>
        </pc:sldMkLst>
        <pc:picChg chg="add mod">
          <ac:chgData name="Govind Prajapati" userId="ae73b6f536c27724" providerId="LiveId" clId="{36188425-C390-4714-ABC5-7F95514688AE}" dt="2026-05-23T13:42:13.642" v="360" actId="14100"/>
          <ac:picMkLst>
            <pc:docMk/>
            <pc:sldMk cId="3279389311" sldId="279"/>
            <ac:picMk id="3" creationId="{300B54D4-B2B1-3DA0-2009-1D95506595AB}"/>
          </ac:picMkLst>
        </pc:picChg>
        <pc:picChg chg="add mod">
          <ac:chgData name="Govind Prajapati" userId="ae73b6f536c27724" providerId="LiveId" clId="{36188425-C390-4714-ABC5-7F95514688AE}" dt="2026-05-23T14:09:16.095" v="545" actId="1076"/>
          <ac:picMkLst>
            <pc:docMk/>
            <pc:sldMk cId="3279389311" sldId="279"/>
            <ac:picMk id="5" creationId="{E23C98AF-1251-6CE7-CCEB-34DCE6AD80A3}"/>
          </ac:picMkLst>
        </pc:picChg>
        <pc:picChg chg="add mod">
          <ac:chgData name="Govind Prajapati" userId="ae73b6f536c27724" providerId="LiveId" clId="{36188425-C390-4714-ABC5-7F95514688AE}" dt="2026-05-23T14:09:50.956" v="550" actId="14100"/>
          <ac:picMkLst>
            <pc:docMk/>
            <pc:sldMk cId="3279389311" sldId="279"/>
            <ac:picMk id="7" creationId="{9C8ED1EC-B286-BD58-F6D4-33EAC0653318}"/>
          </ac:picMkLst>
        </pc:picChg>
      </pc:sldChg>
      <pc:sldChg chg="addSp delSp modSp add mod">
        <pc:chgData name="Govind Prajapati" userId="ae73b6f536c27724" providerId="LiveId" clId="{36188425-C390-4714-ABC5-7F95514688AE}" dt="2026-05-23T14:11:30.409" v="565" actId="1076"/>
        <pc:sldMkLst>
          <pc:docMk/>
          <pc:sldMk cId="1873329778" sldId="280"/>
        </pc:sldMkLst>
        <pc:picChg chg="add mod">
          <ac:chgData name="Govind Prajapati" userId="ae73b6f536c27724" providerId="LiveId" clId="{36188425-C390-4714-ABC5-7F95514688AE}" dt="2026-05-23T13:42:24.893" v="364" actId="14100"/>
          <ac:picMkLst>
            <pc:docMk/>
            <pc:sldMk cId="1873329778" sldId="280"/>
            <ac:picMk id="3" creationId="{AA50BDF5-F51B-D786-A130-AAA080AC91A2}"/>
          </ac:picMkLst>
        </pc:picChg>
        <pc:picChg chg="add del mod">
          <ac:chgData name="Govind Prajapati" userId="ae73b6f536c27724" providerId="LiveId" clId="{36188425-C390-4714-ABC5-7F95514688AE}" dt="2026-05-23T14:10:59.175" v="558" actId="478"/>
          <ac:picMkLst>
            <pc:docMk/>
            <pc:sldMk cId="1873329778" sldId="280"/>
            <ac:picMk id="5" creationId="{BFDE6788-3FFC-A38B-75EE-27769D70CD8D}"/>
          </ac:picMkLst>
        </pc:picChg>
        <pc:picChg chg="add del mod">
          <ac:chgData name="Govind Prajapati" userId="ae73b6f536c27724" providerId="LiveId" clId="{36188425-C390-4714-ABC5-7F95514688AE}" dt="2026-05-23T14:10:54.695" v="555" actId="478"/>
          <ac:picMkLst>
            <pc:docMk/>
            <pc:sldMk cId="1873329778" sldId="280"/>
            <ac:picMk id="7" creationId="{0576BF89-BE4D-B3CE-23F7-1FF005FC503B}"/>
          </ac:picMkLst>
        </pc:picChg>
        <pc:picChg chg="add mod">
          <ac:chgData name="Govind Prajapati" userId="ae73b6f536c27724" providerId="LiveId" clId="{36188425-C390-4714-ABC5-7F95514688AE}" dt="2026-05-23T14:11:30.409" v="565" actId="1076"/>
          <ac:picMkLst>
            <pc:docMk/>
            <pc:sldMk cId="1873329778" sldId="280"/>
            <ac:picMk id="9" creationId="{11AA7D48-9690-9282-3B31-44F26C2D3653}"/>
          </ac:picMkLst>
        </pc:picChg>
        <pc:picChg chg="add mod">
          <ac:chgData name="Govind Prajapati" userId="ae73b6f536c27724" providerId="LiveId" clId="{36188425-C390-4714-ABC5-7F95514688AE}" dt="2026-05-23T14:11:24.952" v="563" actId="1076"/>
          <ac:picMkLst>
            <pc:docMk/>
            <pc:sldMk cId="1873329778" sldId="280"/>
            <ac:picMk id="11" creationId="{47E4C6CC-A6A2-FD27-2EB8-17F7E5F229DC}"/>
          </ac:picMkLst>
        </pc:picChg>
      </pc:sldChg>
      <pc:sldChg chg="addSp modSp add mod">
        <pc:chgData name="Govind Prajapati" userId="ae73b6f536c27724" providerId="LiveId" clId="{36188425-C390-4714-ABC5-7F95514688AE}" dt="2026-05-23T14:13:00.265" v="579" actId="14100"/>
        <pc:sldMkLst>
          <pc:docMk/>
          <pc:sldMk cId="4146563965" sldId="281"/>
        </pc:sldMkLst>
        <pc:picChg chg="add mod">
          <ac:chgData name="Govind Prajapati" userId="ae73b6f536c27724" providerId="LiveId" clId="{36188425-C390-4714-ABC5-7F95514688AE}" dt="2026-05-23T14:12:40.891" v="573" actId="1076"/>
          <ac:picMkLst>
            <pc:docMk/>
            <pc:sldMk cId="4146563965" sldId="281"/>
            <ac:picMk id="3" creationId="{707D3285-646E-DAF8-06C9-6FC9AB6F2937}"/>
          </ac:picMkLst>
        </pc:picChg>
        <pc:picChg chg="add mod">
          <ac:chgData name="Govind Prajapati" userId="ae73b6f536c27724" providerId="LiveId" clId="{36188425-C390-4714-ABC5-7F95514688AE}" dt="2026-05-23T14:12:53.703" v="577" actId="1076"/>
          <ac:picMkLst>
            <pc:docMk/>
            <pc:sldMk cId="4146563965" sldId="281"/>
            <ac:picMk id="5" creationId="{FA1D55BC-41BC-1E28-0033-A7E14A8C3692}"/>
          </ac:picMkLst>
        </pc:picChg>
        <pc:picChg chg="add mod">
          <ac:chgData name="Govind Prajapati" userId="ae73b6f536c27724" providerId="LiveId" clId="{36188425-C390-4714-ABC5-7F95514688AE}" dt="2026-05-23T14:13:00.265" v="579" actId="14100"/>
          <ac:picMkLst>
            <pc:docMk/>
            <pc:sldMk cId="4146563965" sldId="281"/>
            <ac:picMk id="7" creationId="{11DD949C-A54F-CC9E-6C96-3DE89AEFDC1C}"/>
          </ac:picMkLst>
        </pc:picChg>
      </pc:sldChg>
      <pc:sldChg chg="addSp modSp add mod">
        <pc:chgData name="Govind Prajapati" userId="ae73b6f536c27724" providerId="LiveId" clId="{36188425-C390-4714-ABC5-7F95514688AE}" dt="2026-05-23T14:14:02.364" v="587" actId="1076"/>
        <pc:sldMkLst>
          <pc:docMk/>
          <pc:sldMk cId="1672716381" sldId="282"/>
        </pc:sldMkLst>
        <pc:picChg chg="add mod">
          <ac:chgData name="Govind Prajapati" userId="ae73b6f536c27724" providerId="LiveId" clId="{36188425-C390-4714-ABC5-7F95514688AE}" dt="2026-05-23T13:43:42.650" v="374" actId="14100"/>
          <ac:picMkLst>
            <pc:docMk/>
            <pc:sldMk cId="1672716381" sldId="282"/>
            <ac:picMk id="3" creationId="{FA31F0B0-C42C-B163-B6B4-E941DECAFEFF}"/>
          </ac:picMkLst>
        </pc:picChg>
        <pc:picChg chg="add mod">
          <ac:chgData name="Govind Prajapati" userId="ae73b6f536c27724" providerId="LiveId" clId="{36188425-C390-4714-ABC5-7F95514688AE}" dt="2026-05-23T14:13:54.082" v="585" actId="14100"/>
          <ac:picMkLst>
            <pc:docMk/>
            <pc:sldMk cId="1672716381" sldId="282"/>
            <ac:picMk id="5" creationId="{D73DEAE6-53B9-938E-543B-CF9676F2F0A7}"/>
          </ac:picMkLst>
        </pc:picChg>
        <pc:picChg chg="add mod">
          <ac:chgData name="Govind Prajapati" userId="ae73b6f536c27724" providerId="LiveId" clId="{36188425-C390-4714-ABC5-7F95514688AE}" dt="2026-05-23T14:14:02.364" v="587" actId="1076"/>
          <ac:picMkLst>
            <pc:docMk/>
            <pc:sldMk cId="1672716381" sldId="282"/>
            <ac:picMk id="7" creationId="{0C334987-320B-5820-3950-8AE1011B0ED5}"/>
          </ac:picMkLst>
        </pc:picChg>
      </pc:sldChg>
      <pc:sldChg chg="addSp delSp modSp add mod">
        <pc:chgData name="Govind Prajapati" userId="ae73b6f536c27724" providerId="LiveId" clId="{36188425-C390-4714-ABC5-7F95514688AE}" dt="2026-05-23T15:05:57.349" v="624" actId="14100"/>
        <pc:sldMkLst>
          <pc:docMk/>
          <pc:sldMk cId="1491665986" sldId="283"/>
        </pc:sldMkLst>
        <pc:picChg chg="add mod">
          <ac:chgData name="Govind Prajapati" userId="ae73b6f536c27724" providerId="LiveId" clId="{36188425-C390-4714-ABC5-7F95514688AE}" dt="2026-05-23T15:05:57.349" v="624" actId="14100"/>
          <ac:picMkLst>
            <pc:docMk/>
            <pc:sldMk cId="1491665986" sldId="283"/>
            <ac:picMk id="3" creationId="{F84823EF-6450-6C5C-9814-BAF9B875F771}"/>
          </ac:picMkLst>
        </pc:picChg>
        <pc:picChg chg="del">
          <ac:chgData name="Govind Prajapati" userId="ae73b6f536c27724" providerId="LiveId" clId="{36188425-C390-4714-ABC5-7F95514688AE}" dt="2026-05-23T15:05:40.332" v="618" actId="478"/>
          <ac:picMkLst>
            <pc:docMk/>
            <pc:sldMk cId="1491665986" sldId="283"/>
            <ac:picMk id="28" creationId="{97D75E16-4992-AA5D-EBED-73A4F6C3CCFB}"/>
          </ac:picMkLst>
        </pc:picChg>
      </pc:sldChg>
      <pc:sldChg chg="addSp delSp modSp add mod">
        <pc:chgData name="Govind Prajapati" userId="ae73b6f536c27724" providerId="LiveId" clId="{36188425-C390-4714-ABC5-7F95514688AE}" dt="2026-05-23T15:21:53.076" v="656"/>
        <pc:sldMkLst>
          <pc:docMk/>
          <pc:sldMk cId="1000059971" sldId="284"/>
        </pc:sldMkLst>
        <pc:spChg chg="add mod ord">
          <ac:chgData name="Govind Prajapati" userId="ae73b6f536c27724" providerId="LiveId" clId="{36188425-C390-4714-ABC5-7F95514688AE}" dt="2026-05-23T15:20:02.865" v="646" actId="171"/>
          <ac:spMkLst>
            <pc:docMk/>
            <pc:sldMk cId="1000059971" sldId="284"/>
            <ac:spMk id="4" creationId="{50F2B744-A88F-97FD-5A74-45C4CC6CC419}"/>
          </ac:spMkLst>
        </pc:spChg>
        <pc:spChg chg="add del mod ord">
          <ac:chgData name="Govind Prajapati" userId="ae73b6f536c27724" providerId="LiveId" clId="{36188425-C390-4714-ABC5-7F95514688AE}" dt="2026-05-23T15:21:16.212" v="652" actId="478"/>
          <ac:spMkLst>
            <pc:docMk/>
            <pc:sldMk cId="1000059971" sldId="284"/>
            <ac:spMk id="5" creationId="{879AE384-DF95-7240-F4EB-2621F9815932}"/>
          </ac:spMkLst>
        </pc:spChg>
        <pc:spChg chg="add mod ord">
          <ac:chgData name="Govind Prajapati" userId="ae73b6f536c27724" providerId="LiveId" clId="{36188425-C390-4714-ABC5-7F95514688AE}" dt="2026-05-23T15:21:53.076" v="656"/>
          <ac:spMkLst>
            <pc:docMk/>
            <pc:sldMk cId="1000059971" sldId="284"/>
            <ac:spMk id="6" creationId="{81BDFE40-26D2-5476-7E33-ECB16F06AE61}"/>
          </ac:spMkLst>
        </pc:spChg>
        <pc:picChg chg="add mod">
          <ac:chgData name="Govind Prajapati" userId="ae73b6f536c27724" providerId="LiveId" clId="{36188425-C390-4714-ABC5-7F95514688AE}" dt="2026-05-23T15:20:20.333" v="647"/>
          <ac:picMkLst>
            <pc:docMk/>
            <pc:sldMk cId="1000059971" sldId="284"/>
            <ac:picMk id="3" creationId="{2A1FAF9B-A902-2A79-AB71-F22359CD0F84}"/>
          </ac:picMkLst>
        </pc:picChg>
        <pc:picChg chg="del">
          <ac:chgData name="Govind Prajapati" userId="ae73b6f536c27724" providerId="LiveId" clId="{36188425-C390-4714-ABC5-7F95514688AE}" dt="2026-05-23T15:11:18.973" v="637" actId="478"/>
          <ac:picMkLst>
            <pc:docMk/>
            <pc:sldMk cId="1000059971" sldId="284"/>
            <ac:picMk id="22" creationId="{7C43CFBD-3D8C-7666-0D64-495B244045C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aggle.com/datasets/palvinder2006/zepto-inventory-dataset/data?select=zepto_v2.csv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vind-prajapati-865b68323/" TargetMode="External"/><Relationship Id="rId2" Type="http://schemas.openxmlformats.org/officeDocument/2006/relationships/hyperlink" Target="https://github.com/prajapatigovind662-ar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6366812"/>
            <a:ext cx="3330238" cy="3215194"/>
          </a:xfrm>
          <a:custGeom>
            <a:avLst/>
            <a:gdLst/>
            <a:ahLst/>
            <a:cxnLst/>
            <a:rect l="l" t="t" r="r" b="b"/>
            <a:pathLst>
              <a:path w="3330238" h="3215194">
                <a:moveTo>
                  <a:pt x="0" y="0"/>
                </a:moveTo>
                <a:lnTo>
                  <a:pt x="3330238" y="0"/>
                </a:lnTo>
                <a:lnTo>
                  <a:pt x="3330238" y="3215194"/>
                </a:lnTo>
                <a:lnTo>
                  <a:pt x="0" y="3215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27324" y="-1142702"/>
            <a:ext cx="4184426" cy="3035708"/>
          </a:xfrm>
          <a:custGeom>
            <a:avLst/>
            <a:gdLst/>
            <a:ahLst/>
            <a:cxnLst/>
            <a:rect l="l" t="t" r="r" b="b"/>
            <a:pathLst>
              <a:path w="4184426" h="3035708">
                <a:moveTo>
                  <a:pt x="0" y="0"/>
                </a:moveTo>
                <a:lnTo>
                  <a:pt x="4184426" y="0"/>
                </a:lnTo>
                <a:lnTo>
                  <a:pt x="4184426" y="3035708"/>
                </a:lnTo>
                <a:lnTo>
                  <a:pt x="0" y="303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176112">
            <a:off x="10222368" y="-98621"/>
            <a:ext cx="1027000" cy="2510444"/>
          </a:xfrm>
          <a:custGeom>
            <a:avLst/>
            <a:gdLst/>
            <a:ahLst/>
            <a:cxnLst/>
            <a:rect l="l" t="t" r="r" b="b"/>
            <a:pathLst>
              <a:path w="1027000" h="2510444">
                <a:moveTo>
                  <a:pt x="0" y="0"/>
                </a:moveTo>
                <a:lnTo>
                  <a:pt x="1027000" y="0"/>
                </a:lnTo>
                <a:lnTo>
                  <a:pt x="1027000" y="2510445"/>
                </a:lnTo>
                <a:lnTo>
                  <a:pt x="0" y="2510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54D6F0-9975-C3CC-2BF2-C1E1AD20C7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5"/>
            <a:ext cx="18288000" cy="102897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346BA8-1302-587C-772E-916043F14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338"/>
            <a:ext cx="18287999" cy="10333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044667-7218-D520-E81A-5A8FF92860DC}"/>
              </a:ext>
            </a:extLst>
          </p:cNvPr>
          <p:cNvSpPr/>
          <p:nvPr/>
        </p:nvSpPr>
        <p:spPr>
          <a:xfrm>
            <a:off x="7010400" y="9258300"/>
            <a:ext cx="9296400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6F21D9B1-FE4C-0747-BA70-C8D8561D3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516600" cy="10401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0B73E197-E978-BEB1-F41C-8FB4DE5C9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5994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BF47F17-FB04-DB8A-97EE-D78356DB6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086100"/>
            <a:ext cx="4738817" cy="24146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700B47-78DD-D4AB-8595-E3AA8BF50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5905500"/>
            <a:ext cx="12916288" cy="2819400"/>
          </a:xfrm>
          <a:prstGeom prst="rect">
            <a:avLst/>
          </a:prstGeom>
        </p:spPr>
      </p:pic>
      <p:sp>
        <p:nvSpPr>
          <p:cNvPr id="29" name="Freeform 6">
            <a:extLst>
              <a:ext uri="{FF2B5EF4-FFF2-40B4-BE49-F238E27FC236}">
                <a16:creationId xmlns:a16="http://schemas.microsoft.com/office/drawing/2014/main" id="{9BC7F887-F2DD-F6E5-1C01-A24A39F7B565}"/>
              </a:ext>
            </a:extLst>
          </p:cNvPr>
          <p:cNvSpPr/>
          <p:nvPr/>
        </p:nvSpPr>
        <p:spPr>
          <a:xfrm>
            <a:off x="15544800" y="4991100"/>
            <a:ext cx="2743200" cy="5479053"/>
          </a:xfrm>
          <a:custGeom>
            <a:avLst/>
            <a:gdLst/>
            <a:ahLst/>
            <a:cxnLst/>
            <a:rect l="l" t="t" r="r" b="b"/>
            <a:pathLst>
              <a:path w="3065920" h="5489939">
                <a:moveTo>
                  <a:pt x="0" y="0"/>
                </a:moveTo>
                <a:lnTo>
                  <a:pt x="3065919" y="0"/>
                </a:lnTo>
                <a:lnTo>
                  <a:pt x="3065919" y="5489939"/>
                </a:lnTo>
                <a:lnTo>
                  <a:pt x="0" y="5489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C884013-7D25-E8E8-78DB-98DC102BF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794" y="0"/>
            <a:ext cx="18452793" cy="1028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37EFAD-8FD3-566C-9A7A-6607E022E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390900"/>
            <a:ext cx="6705600" cy="190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53AD1B-16D0-449E-BDF7-FDCFAD668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6057900"/>
            <a:ext cx="10573768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F099A-203D-DE75-1386-CDCA79DE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48549A-981E-EDCB-3C18-29BA2EBA2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" y="0"/>
            <a:ext cx="18282557" cy="10287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538FDD-C080-2747-6083-7BBCC1B87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467100"/>
            <a:ext cx="6705600" cy="205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6A04AC-7605-0DEC-14BF-7B22D1361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44" y="5676900"/>
            <a:ext cx="1270715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6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CAE2A84-686B-D112-B014-7778D9717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99E3B7-FCB3-A1C9-10FA-0A67BBE87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220183"/>
            <a:ext cx="5714999" cy="3846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A52A11-6D59-328E-2440-BB47600A9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7200900"/>
            <a:ext cx="9677400" cy="1908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5887167-D9D4-EC92-743F-61FE7C9EE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5028F6-9909-8DE2-0C66-D9DDBEE7A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399" y="3390900"/>
            <a:ext cx="6277399" cy="2209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3B754-C31F-3E02-40D5-429FC983B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5877222"/>
            <a:ext cx="56388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00295F0-1F0A-D617-D7F8-A5D65F4A0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D2CB18-4C0D-E203-A1F3-990850E18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3146542"/>
            <a:ext cx="6400800" cy="3011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77A90F-2846-771A-BE3D-246CD8449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344" y="6438900"/>
            <a:ext cx="6635311" cy="2540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92FE8-4490-0956-BA71-1D555EC75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696E30-23DE-5A81-A025-18F3A289F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59E3DE-92C6-9C12-91DE-604CFD488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3238500"/>
            <a:ext cx="5943600" cy="3129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E37069-0D43-3F69-DB05-576B8C8E8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6515100"/>
            <a:ext cx="83058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0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44EA7-15B2-4E4A-CA18-1BD65274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CB08EA-827E-04D6-9B25-CDA57F8D7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-16330"/>
            <a:ext cx="18277114" cy="103033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B88826-F0FF-C880-000C-9B2B9822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3331029"/>
            <a:ext cx="7487474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136ABF-8082-72A3-9E1C-2203C83CB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6438900"/>
            <a:ext cx="6522668" cy="214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70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0BCD7-CBC0-C9CC-30D3-8B12ECA3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B790B-4C2F-044F-8ED4-43EEA7B9D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AB9E30-1148-46C0-926A-5692ABB07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4076700"/>
            <a:ext cx="7480537" cy="281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11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CC4A8-2D48-6249-709C-151602E3E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6CDA0B-07E6-C9EB-D371-49CB24758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E4F1C0-99EC-6B8A-AE01-686CA3FCD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619500"/>
            <a:ext cx="983977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71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510FB-4F6A-7D15-592D-E8ACFFA8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BB1F2-3F87-291F-B975-BD30BCB82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307AFC-DA65-D614-F85D-3B1ED7BA9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984650"/>
            <a:ext cx="5953349" cy="2959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F0E8EF-94A3-EE70-C885-6D6D31CFA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598" y="6286500"/>
            <a:ext cx="6215351" cy="248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67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1700D6-6F62-5F31-E155-73FC0108C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ABA5AA-7122-BEF3-213F-D18D9F389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1D4324-CAD6-E1B8-1A66-C6BAF2C7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239" y="6591300"/>
            <a:ext cx="5910748" cy="2172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D84ACD-D051-22E5-49FD-26617A4E0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240" y="3009900"/>
            <a:ext cx="5910748" cy="32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96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72437-763C-D881-7CFA-C4B7694FB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7C30BA-C661-7B52-0E3F-2CCB88979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BDE05D-D1A0-65DE-8CB8-9664E9AA7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1" y="2963625"/>
            <a:ext cx="6864704" cy="3170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2F8D1F-F821-0AF3-BD26-57577DEA3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472" y="6515100"/>
            <a:ext cx="7026728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44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B57D3-AD0B-19E3-DC5A-70EEE0A3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F7B07-0A29-657F-8B06-7F96EAE7E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524692-1BDE-C407-FA5F-8656ACB52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086100"/>
            <a:ext cx="11053301" cy="27909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8C0B9-E4A0-E7EF-AA63-B198F3CC2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150" y="6013130"/>
            <a:ext cx="70866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68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C151B-5CF0-CE85-B509-2E0286617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E2B476-97A7-86E4-E843-FC6AD1E83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646BED-1287-A3FE-21ED-180241CCF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1" y="3086100"/>
            <a:ext cx="4953000" cy="2874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78368A-1A39-5422-BFE8-49CC53F0E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1" y="6134100"/>
            <a:ext cx="5181599" cy="287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65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D5C7FE-45BE-A398-761D-674E831A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97E330-D2C2-80CB-3601-7106B9CEA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-10886"/>
            <a:ext cx="18277114" cy="10297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BB243-746A-7910-A63D-7226FBCAB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009900"/>
            <a:ext cx="8177609" cy="3260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6764BE-290C-1444-5D1E-A801D8FC6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543" y="6743700"/>
            <a:ext cx="4906060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15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FCACF-C695-157B-3B3C-447BEBF5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B4FAFC-30EB-C837-1AE4-E74BCEA9C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7686FD-D7AD-AB7E-4DF8-FD7BAB0DA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3162300"/>
            <a:ext cx="8297293" cy="2929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18BBA-E99A-BBA8-0450-2A023FDDD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129" y="6515100"/>
            <a:ext cx="8659433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83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33803-74B6-B332-59E8-12167729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05256D-D2C2-B84A-F6A8-2F54BF6D5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52CE38-300C-124C-4829-CDF4A346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02365"/>
            <a:ext cx="6524961" cy="3236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0C7ED5-144C-564C-E105-BC9F08249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667500"/>
            <a:ext cx="652496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92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69C84-C842-2416-FDB3-6F056AA1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0B54D4-B2B1-3DA0-2009-1D9550659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3C98AF-1251-6CE7-CCEB-34DCE6AD8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162300"/>
            <a:ext cx="9652808" cy="2695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8ED1EC-B286-BD58-F6D4-33EAC0653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6210300"/>
            <a:ext cx="7391400" cy="269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89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D5C2C-A3F1-6586-7287-9D1C624B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50BDF5-F51B-D786-A130-AAA080AC9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AA7D48-9690-9282-3B31-44F26C2D3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286500"/>
            <a:ext cx="9606544" cy="23537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E4C6CC-A6A2-FD27-2EB8-17F7E5F22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3238500"/>
            <a:ext cx="10868062" cy="268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29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061AD-3BF6-0115-121E-F6AD4775D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D3285-646E-DAF8-06C9-6FC9AB6F2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1D55BC-41BC-1E28-0033-A7E14A8C3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086100"/>
            <a:ext cx="5943600" cy="4980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DD949C-A54F-CC9E-6C96-3DE89AEFD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4081314"/>
            <a:ext cx="8229600" cy="380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563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0DC89-C1A2-65F2-855F-6FA6E8C4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31F0B0-C42C-B163-B6B4-E941DECAF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3DEAE6-53B9-938E-543B-CF9676F2F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062545"/>
            <a:ext cx="9677400" cy="3167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334987-320B-5820-3950-8AE1011B0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6362700"/>
            <a:ext cx="11726912" cy="270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16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D0C9C4D-04CD-FC11-95C7-2CEA70874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0886"/>
            <a:ext cx="18277114" cy="1102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D7A93-670B-2A24-CE0D-F9BBBB10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823EF-6450-6C5C-9814-BAF9B875F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65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6A25CE0-2916-4EC8-8086-336C85E56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97C29-6648-4623-0425-66DFF5F2B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F2B744-A88F-97FD-5A74-45C4CC6CC419}"/>
              </a:ext>
            </a:extLst>
          </p:cNvPr>
          <p:cNvSpPr/>
          <p:nvPr/>
        </p:nvSpPr>
        <p:spPr>
          <a:xfrm>
            <a:off x="10820400" y="7734300"/>
            <a:ext cx="26670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hlinkClick r:id="rId2"/>
            <a:extLst>
              <a:ext uri="{FF2B5EF4-FFF2-40B4-BE49-F238E27FC236}">
                <a16:creationId xmlns:a16="http://schemas.microsoft.com/office/drawing/2014/main" id="{81BDFE40-26D2-5476-7E33-ECB16F06AE61}"/>
              </a:ext>
            </a:extLst>
          </p:cNvPr>
          <p:cNvSpPr/>
          <p:nvPr/>
        </p:nvSpPr>
        <p:spPr>
          <a:xfrm>
            <a:off x="14859000" y="7734300"/>
            <a:ext cx="2438400" cy="1066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2A1FAF9B-A902-2A79-AB71-F22359CD0F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59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0</Words>
  <Application>Microsoft Office PowerPoint</Application>
  <PresentationFormat>Custom</PresentationFormat>
  <Paragraphs>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Purple Playful Smart Food Delivery Presentation</dc:title>
  <cp:lastModifiedBy>Govind Prajapati</cp:lastModifiedBy>
  <cp:revision>1</cp:revision>
  <dcterms:created xsi:type="dcterms:W3CDTF">2006-08-16T00:00:00Z</dcterms:created>
  <dcterms:modified xsi:type="dcterms:W3CDTF">2026-05-23T16:50:47Z</dcterms:modified>
  <dc:identifier>DAHKdZj_yAg</dc:identifier>
</cp:coreProperties>
</file>